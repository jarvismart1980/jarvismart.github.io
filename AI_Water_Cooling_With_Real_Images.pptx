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Page 1: Market Background &amp; Trends</a:t>
            </a:r>
          </a:p>
        </p:txBody>
      </p:sp>
      <p:pic>
        <p:nvPicPr>
          <p:cNvPr id="3" name="Picture 2" descr="img_data_cen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5029200" cy="33444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5943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1. AI Compute的高速成長 — Model parameters年均翻倍，GPU功耗從400W邁向1000W+</a:t>
            </a:r>
          </a:p>
          <a:p>
            <a:pPr>
              <a:defRPr sz="1300"/>
            </a:pPr>
            <a:r>
              <a:t>2. 高功耗平台倒逼散熱升級 — 資料中心單機櫃功率從10kW提升至30-50kW</a:t>
            </a:r>
          </a:p>
          <a:p>
            <a:pPr>
              <a:defRPr sz="1300"/>
            </a:pPr>
            <a:r>
              <a:t>3. 氣冷已達物理極限 — 散熱系數瓶頸，無法滿足未來AI伺服器需求</a:t>
            </a:r>
          </a:p>
          <a:p>
            <a:pPr>
              <a:defRPr sz="1300"/>
            </a:pPr>
            <a:r>
              <a:t>4. 水冷滲透率快速提升 — 2025年AI伺服器水冷占比約15%，2027年估計35%+</a:t>
            </a:r>
          </a:p>
          <a:p>
            <a:pPr>
              <a:defRPr sz="1300"/>
            </a:pPr>
            <a:r>
              <a:t>Conclusion: 水冷從「選配」變「標配」，是散熱產業最大的結構性成長動能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Page 2: Technical Path &amp; Key Solutions</a:t>
            </a:r>
          </a:p>
        </p:txBody>
      </p:sp>
      <p:pic>
        <p:nvPicPr>
          <p:cNvPr id="3" name="Picture 2" descr="img_tech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5029200" cy="33507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5943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1. 冷板式液冷 (Cold Plate) — 直接接觸晶片熱源，散熱效率比氣冷高5-10倍</a:t>
            </a:r>
          </a:p>
          <a:p>
            <a:pPr>
              <a:defRPr sz="1300"/>
            </a:pPr>
            <a:r>
              <a:t>2. 關鍵零組件生態系 — CDU、Manifold、Pump、Connector、Cold Plate</a:t>
            </a:r>
          </a:p>
          <a:p>
            <a:pPr>
              <a:defRPr sz="1300"/>
            </a:pPr>
            <a:r>
              <a:t>3. 全機櫃滲透 — GPU / CPU / Switch / Power Module全面導入液冷</a:t>
            </a:r>
          </a:p>
          <a:p>
            <a:pPr>
              <a:defRPr sz="1300"/>
            </a:pPr>
            <a:r>
              <a:t>4. 混合設計興起 — 液冷負責高熱元件，氣冷輔助低功耗元件</a:t>
            </a:r>
          </a:p>
          <a:p>
            <a:pPr>
              <a:defRPr sz="1300"/>
            </a:pPr>
            <a:r>
              <a:t>Conclusion: 液冷系統整合能力將成為競爭核心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Page 3: Industry Opportunity &amp; Competition</a:t>
            </a:r>
          </a:p>
        </p:txBody>
      </p:sp>
      <p:pic>
        <p:nvPicPr>
          <p:cNvPr id="3" name="Picture 2" descr="img_server_r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5029200" cy="33507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5943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1. CSP / OEM / ODM全面導入 — Microsoft、Google、AWS、NVIDIA下一代GPU伺服器標配水冷</a:t>
            </a:r>
          </a:p>
          <a:p>
            <a:pPr>
              <a:defRPr sz="1300"/>
            </a:pPr>
            <a:r>
              <a:t>2. 高功率GPU平台爆發 — B100 / B200 / GB200液冷需求緊迫，2026年是關鍵放量年</a:t>
            </a:r>
          </a:p>
          <a:p>
            <a:pPr>
              <a:defRPr sz="1300"/>
            </a:pPr>
            <a:r>
              <a:t>3. 競爭焦點在系統整合 — 從單一零組件比價走向整體散熱方案輸出</a:t>
            </a:r>
          </a:p>
          <a:p>
            <a:pPr>
              <a:defRPr sz="1300"/>
            </a:pPr>
            <a:r>
              <a:t>4. 量產與品質是門檻 — 漏水風險、可靠度認證、規模供貨能力</a:t>
            </a:r>
          </a:p>
          <a:p>
            <a:pPr>
              <a:defRPr sz="1300"/>
            </a:pPr>
            <a:r>
              <a:t>Conclusion: 台灣供應鏈需從零件供應升級為系統方案才能吃大餅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Page 4: Impact on Delta Thermal Business</a:t>
            </a:r>
          </a:p>
        </p:txBody>
      </p:sp>
      <p:pic>
        <p:nvPicPr>
          <p:cNvPr id="3" name="Picture 2" descr="img_clou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5029200" cy="33569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5943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1. 從零件供應商升級為系統方案供應商 — 從單一Cold Plate走向完整液冷模組</a:t>
            </a:r>
          </a:p>
          <a:p>
            <a:pPr>
              <a:defRPr sz="1400"/>
            </a:pPr>
            <a:r>
              <a:t>2. 液冷模組與系統整合能力 — 整合CDUs、Manifolds、管線、熱交換器等</a:t>
            </a:r>
          </a:p>
          <a:p>
            <a:pPr>
              <a:defRPr sz="1400"/>
            </a:pPr>
            <a:r>
              <a:t>3. 與電源供應器 / 系統事業群整合 — 發揮台達垂直整合優勢，共開共贏</a:t>
            </a:r>
          </a:p>
          <a:p>
            <a:pPr>
              <a:defRPr sz="1400"/>
            </a:pPr>
            <a:r>
              <a:t>4. 客戶共開模式 (JDM) — 與CSP/OEM共同開發客製化液冷方案，黏著度更高</a:t>
            </a:r>
          </a:p>
          <a:p>
            <a:pPr>
              <a:defRPr sz="1400"/>
            </a:pPr>
            <a:r>
              <a:t>Conclusion: 這是台達從「零件供應」躍升為「系統方案領導者」的關鍵轉型機會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Page 5: Action Plan Recommendations</a:t>
            </a:r>
          </a:p>
        </p:txBody>
      </p:sp>
      <p:pic>
        <p:nvPicPr>
          <p:cNvPr id="3" name="Picture 2" descr="img_facto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5029200" cy="33569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5943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Short-term (0-6 months): 完成液冷產品線盤點，建立與GPU系統商對話窗口</a:t>
            </a:r>
          </a:p>
          <a:p>
            <a:pPr>
              <a:defRPr sz="1400"/>
            </a:pPr>
            <a:r>
              <a:t>Medium-term (6-18 months): 導入液冷模組產線，與關鍵客戶展開共開，目標2026量產</a:t>
            </a:r>
          </a:p>
          <a:p>
            <a:pPr>
              <a:defRPr sz="1400"/>
            </a:pPr>
            <a:r>
              <a:t>Long-term (18-36 months): 建立完整液冷系統整合團隊，切入CSP資料中心供應鏈</a:t>
            </a:r>
          </a:p>
          <a:p>
            <a:pPr>
              <a:defRPr sz="1400"/>
            </a:pPr>
            <a:r>
              <a:t>Cross-BU Coordination: 整合電源、散熱、系統三個BU，共同投標整機櫃方案</a:t>
            </a:r>
          </a:p>
          <a:p>
            <a:pPr>
              <a:defRPr sz="1400"/>
            </a:pPr>
            <a:r>
              <a:t>Conclusion: 2026-2027是液冷關鍵窗口期，台達須立即行動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